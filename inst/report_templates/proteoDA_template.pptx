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0" d="100"/>
          <a:sy n="120" d="100"/>
        </p:scale>
        <p:origin x="84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62BC-92CF-7727-E44E-3793F1514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6FCA4-CB45-BD1E-7BD6-8E2935081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316C-9CDB-7ACC-5F77-CB1BB32B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54407" y="3960251"/>
            <a:ext cx="1561008" cy="273844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fld id="{B4EA1C2A-857B-4E65-9A44-929D12E9E92D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4568B-9DD1-9409-09E3-C5C41EC5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461C3-C712-DBFF-C64B-F6FBE266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A4218A6-C6D9-A4A7-BF86-4366799E8E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64425" y="47672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214402-F99B-9F25-AD95-9F5928FA4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366" y="3198675"/>
            <a:ext cx="1796995" cy="179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3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458A-A04E-A9DE-44A6-B844FB27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1361"/>
            <a:ext cx="7886700" cy="4249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21CC-60EB-4511-B038-A8AC191C2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8898"/>
            <a:ext cx="7886700" cy="336755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B4ADD-4771-B4F0-F86F-6FD6BC68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7F-E408-4798-99E5-13A668354C92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ED69B-EF2C-BB1D-9838-D6B039D7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2D76-6027-8DE6-1D94-5997C658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392170-59BA-99CD-4143-7F1031EB63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8650" y="602610"/>
            <a:ext cx="7863840" cy="36513"/>
          </a:xfrm>
          <a:prstGeom prst="rect">
            <a:avLst/>
          </a:prstGeom>
          <a:gradFill flip="none" rotWithShape="1">
            <a:gsLst>
              <a:gs pos="98333">
                <a:srgbClr val="FF0000"/>
              </a:gs>
              <a:gs pos="54000">
                <a:schemeClr val="tx1"/>
              </a:gs>
              <a:gs pos="0">
                <a:srgbClr val="FF0000"/>
              </a:gs>
            </a:gsLst>
            <a:lin ang="2700000" scaled="0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36BA8B-2552-14DC-02A9-F80689636F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3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458A-A04E-A9DE-44A6-B844FB27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1361"/>
            <a:ext cx="7886700" cy="4249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B4ADD-4771-B4F0-F86F-6FD6BC68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7F-E408-4798-99E5-13A668354C92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ED69B-EF2C-BB1D-9838-D6B039D7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2D76-6027-8DE6-1D94-5997C658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392170-59BA-99CD-4143-7F1031EB63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8650" y="602610"/>
            <a:ext cx="7863840" cy="36513"/>
          </a:xfrm>
          <a:prstGeom prst="rect">
            <a:avLst/>
          </a:prstGeom>
          <a:gradFill flip="none" rotWithShape="1">
            <a:gsLst>
              <a:gs pos="98333">
                <a:srgbClr val="FF0000"/>
              </a:gs>
              <a:gs pos="54000">
                <a:schemeClr val="tx1"/>
              </a:gs>
              <a:gs pos="0">
                <a:srgbClr val="FF0000"/>
              </a:gs>
            </a:gsLst>
            <a:lin ang="2700000" scaled="0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08A030E9-6A18-73EF-7502-E78504C58885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876812307"/>
              </p:ext>
            </p:extLst>
          </p:nvPr>
        </p:nvGraphicFramePr>
        <p:xfrm>
          <a:off x="855060" y="1177167"/>
          <a:ext cx="7433880" cy="2295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2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7561E1F-B595-606F-58A3-D35A79107E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9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D476-C8BA-8051-4556-78EE38CC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32321-1581-90DB-C38B-4FF60AEC8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EE998-3533-2DBC-0558-3A22E808F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7C03-7EEA-40E6-86D5-68C638942D39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CA6A7-C1E1-2121-1D71-66C8E658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A7770-782C-7C6F-9C15-D8D90C482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F45C2A-E32D-9FE2-E6DA-5F49BD92E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6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A16A-A327-8D1A-F34D-E5E93469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CB0D6-B619-7D52-C8CE-FCFA6AC65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70333-6F9D-A4CD-BB8A-9777B149D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28095-3391-98E5-BE94-2759D5EC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0786-98C2-4F2A-A27E-83656829EBF4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91A12-3687-819F-6497-D8E40D4E2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F7F7A-4A4F-43E6-0E0D-DEEB47AB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CA1703-78ED-7610-3444-1DD89D7E21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4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6503-6A79-D81D-9405-4DA65EFF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53FF1-D20A-51FC-78B0-4687FCBDA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DB234-1ACA-7BA1-54CA-A8800C042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26257-9E48-48B5-8121-98D8A16DD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497A8-A690-9CC6-8BA7-607BF4C59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88F11-F0A5-BA96-EF86-61F05F97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30AC-0587-432C-A475-30EE6122B11F}" type="datetime1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31216-DB6B-5460-8A87-688D797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A50B5-023F-4A68-0FF7-8A30BD42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66AA02-E336-D3E2-2FF4-DDDAF3B58A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2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9FD6-174E-63FA-A125-B83317B8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"/>
            <a:ext cx="7886700" cy="588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12533-E153-1806-18D7-B827CBF0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7ECE-2F07-404E-9318-1DE57425B62B}" type="datetime1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96ECF-2E8A-CC3C-A8D5-7C72F9E8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3D38D-BC62-F544-3A7C-684373BF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B88D0E-CEBD-C673-96D3-D51B7B45F9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8650" y="705125"/>
            <a:ext cx="7863840" cy="36513"/>
          </a:xfrm>
          <a:prstGeom prst="rect">
            <a:avLst/>
          </a:prstGeom>
          <a:gradFill flip="none" rotWithShape="1">
            <a:gsLst>
              <a:gs pos="98333">
                <a:srgbClr val="FF0000"/>
              </a:gs>
              <a:gs pos="54000">
                <a:schemeClr val="tx1"/>
              </a:gs>
              <a:gs pos="0">
                <a:srgbClr val="FF0000"/>
              </a:gs>
            </a:gsLst>
            <a:lin ang="2700000" scaled="0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AF33BC-47E7-9519-2398-1C97F97EF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97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6C3F3-9E4B-3D49-7F1A-2FE5CE91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BA12-2C46-4428-9670-C1B724B75386}" type="datetime1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94AA1-59C4-C343-3EBA-F8B9B1FC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48857-5A5B-2D43-0592-2308A3F92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CA5EA5-A010-E97C-BC90-8D11105905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3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97AD-7DA0-EE25-1087-F8BDCB49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61744-AED6-2763-558A-18DCDD17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38542-8DC0-F8F1-CEB4-8E2B7FE4F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627E9-0FC3-4A0F-A7A7-2F2DD7A8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67F4-7484-4DC0-B9B8-5C281236C6CA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C0476-08E4-266C-81B1-CAA093AF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4F2FF-6D84-746E-26C1-A3F9DEBC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5F3408-7F51-F4A1-5CAC-4061DBBF11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5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0CF9-A002-FB7D-B9A0-E86F8C00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61F64-80D1-AA6A-17D4-DE875E4C0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5CAA8-82A4-D69F-304F-557415DF0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4C67F-CF12-975C-1869-9843862FA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1363-7231-4BB7-85BB-D8F35B725BE1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F552F-7740-8489-277A-FD78A98C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EE276-62D2-D22F-F80B-7D9EB1BF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1BCC6F-5590-88D8-EB21-0CBD8E141A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7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17B1-873E-B129-AADC-615EA6D8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B9A3C-55F3-FDDF-E384-4F07E4DDC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8F700-7D20-4BC2-3831-DEDD31EB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B1789-1A2E-4579-BEB2-65C8598CE4B9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541CE-C941-D80A-0B84-8AAE15AE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E456C-CBED-A0B3-E24C-BF3AB486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141E9C-25BE-D631-B0E0-3AE2D9AA91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00153" y="4145747"/>
            <a:ext cx="1013655" cy="10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97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6EF1EE-0F51-4E38-4941-86CA7B0B9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1811B-E975-6C34-D842-C84D139D5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AB940-D9F2-65ED-C441-F6C35ACD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28B4-01C3-4043-826B-49999540293C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784E6-B78B-6366-1899-0E44008E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A576-BA1E-0B74-0AAC-1406BED3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78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99F8C-A5E1-691D-EFDC-DA157AA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5527C-4BAE-76A4-D0EE-DAE130AA8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29400-1CFC-0BC9-9B40-1718727C6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5D600-5F17-48C3-B2F6-5D7AFFC8458F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60D58-146D-6ADD-31FF-2993A0FD5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1EA38-CCEE-E4B3-78BC-34316FBCA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4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STJude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Judetemplate.potx" id="{3FB4D183-C344-4425-9113-C5594E0C90D3}" vid="{493493D4-965A-4389-AA1E-0C1D251B4B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5ce1208-e929-4ec4-be64-9138d78922c0}" enabled="1" method="Standard" siteId="{22340fa8-9226-4871-b677-d3b3e377af72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STJudetemplate</Template>
  <TotalTime>48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STJudetemplate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Hayes, Stephanie</cp:lastModifiedBy>
  <cp:revision>8</cp:revision>
  <dcterms:created xsi:type="dcterms:W3CDTF">2017-06-05T14:10:58Z</dcterms:created>
  <dcterms:modified xsi:type="dcterms:W3CDTF">2026-03-18T15:11:21Z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STJudetemplate:8</vt:lpwstr>
  </property>
  <property fmtid="{D5CDD505-2E9C-101B-9397-08002B2CF9AE}" pid="3" name="ClassificationContentMarkingFooterText">
    <vt:lpwstr>St. Jude - Confidential</vt:lpwstr>
  </property>
</Properties>
</file>